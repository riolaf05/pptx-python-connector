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Report Vendite Q1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DEE"/>
                </a:solidFill>
                <a:latin typeface="Calibri"/>
              </a:defRPr>
            </a:pPr>
            <a:r>
              <a:t>Analisi Performance Trimestrale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Autore: Marco Rossi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Data: 12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Dipartimento: Sales &amp;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KPI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Fatturato Totale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69E"/>
                </a:solidFill>
                <a:latin typeface="Calibri"/>
              </a:defRPr>
            </a:pPr>
            <a:r>
              <a:t>€ 1.250.000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56032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Variazione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69E"/>
                </a:solidFill>
                <a:latin typeface="Calibri"/>
              </a:defRPr>
            </a:pPr>
            <a:r>
              <a:t>+12,5%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56032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Clienti Totali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69E"/>
                </a:solidFill>
                <a:latin typeface="Calibri"/>
              </a:defRPr>
            </a:pPr>
            <a:r>
              <a:t>347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56032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Nuovi Clienti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69E"/>
                </a:solidFill>
                <a:latin typeface="Calibri"/>
              </a:defRPr>
            </a:pPr>
            <a:r>
              <a:t>58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Obiettivo Trimestrale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€ 1.100.000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RAGGIUNTO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Top Prodotti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Licenza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569E"/>
                </a:solidFill>
                <a:latin typeface="Calibri"/>
              </a:defRPr>
            </a:pPr>
            <a:r>
              <a:t>€ 450.000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731520" cy="73152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Supporto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83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569E"/>
                </a:solidFill>
                <a:latin typeface="Calibri"/>
              </a:defRPr>
            </a:pPr>
            <a:r>
              <a:t>€ 320.000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1247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754880"/>
            <a:ext cx="731520" cy="73152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46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Consulenza On-Site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569E"/>
                </a:solidFill>
                <a:latin typeface="Calibri"/>
              </a:defRPr>
            </a:pPr>
            <a:r>
              <a:t>€ 180.000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Note e Osservazioni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A00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Calibri"/>
              </a:defRPr>
            </a:pPr>
            <a:r>
              <a:t>Il mercato EMEA ha registrato una crescita del 18% rispetto al trimestre precedente.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79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A00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Calibri"/>
              </a:defRPr>
            </a:pPr>
            <a:r>
              <a:t>Il segmento Enterprise rappresenta il 60% del fatturato totale.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11247120" cy="109728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A00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Calibri"/>
              </a:defRPr>
            </a:pPr>
            <a:r>
              <a:t>Prevista espansione nel mercato APAC nel Q2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Contatti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Marco Rossi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Calibri"/>
              </a:defRPr>
            </a:pPr>
            <a:r>
              <a:t>m.rossi@azienda.com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Calibri"/>
              </a:defRPr>
            </a:pPr>
            <a:r>
              <a:t>+39 02 1234567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