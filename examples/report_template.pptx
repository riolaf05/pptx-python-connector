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{{titolo_report}}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DEE"/>
                </a:solidFill>
                <a:latin typeface="Calibri"/>
              </a:defRPr>
            </a:pPr>
            <a:r>
              <a:t>{{sottotitolo}}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Autore: {{autore}}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Data: {{data_report}}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Calibri"/>
              </a:defRPr>
            </a:pPr>
            <a:r>
              <a:t>Dipartimento: {{dipartimento}}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KPI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Fatturato Totale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69E"/>
                </a:solidFill>
                <a:latin typeface="Calibri"/>
              </a:defRPr>
            </a:pPr>
            <a:r>
              <a:t>{{fatturato_totale}}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56032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Variazione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69E"/>
                </a:solidFill>
                <a:latin typeface="Calibri"/>
              </a:defRPr>
            </a:pPr>
            <a:r>
              <a:t>{{variazione_percentuale}}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56032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Clienti Totali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69E"/>
                </a:solidFill>
                <a:latin typeface="Calibri"/>
              </a:defRPr>
            </a:pPr>
            <a:r>
              <a:t>{{numero_clienti}}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56032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Nuovi Clienti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569E"/>
                </a:solidFill>
                <a:latin typeface="Calibri"/>
              </a:defRPr>
            </a:pPr>
            <a:r>
              <a:t>{{nuovi_clienti}}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54864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Obiettivo Trimestrale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{{obiettivo_trimestrale}}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{{stato_obiettivo}}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Top Prodotti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{{prodotto_top_1}}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569E"/>
                </a:solidFill>
                <a:latin typeface="Calibri"/>
              </a:defRPr>
            </a:pPr>
            <a:r>
              <a:t>{{prodotto_top_1_valore}}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731520" cy="73152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{{prodotto_top_2}}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83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569E"/>
                </a:solidFill>
                <a:latin typeface="Calibri"/>
              </a:defRPr>
            </a:pPr>
            <a:r>
              <a:t>{{prodotto_top_2_valore}}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12471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754880"/>
            <a:ext cx="731520" cy="73152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46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{{prodotto_top_3}}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569E"/>
                </a:solidFill>
                <a:latin typeface="Calibri"/>
              </a:defRPr>
            </a:pPr>
            <a:r>
              <a:t>{{prodotto_top_3_valore}}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Note e Osservazioni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A00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Calibri"/>
              </a:defRPr>
            </a:pPr>
            <a:r>
              <a:t>{{nota_1}}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79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A00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Calibri"/>
              </a:defRPr>
            </a:pPr>
            <a:r>
              <a:t>{{nota_2}}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11247120" cy="109728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A00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Calibri"/>
              </a:defRPr>
            </a:pPr>
            <a:r>
              <a:t>{{nota_3}}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Contatti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{{nome_contatto}}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Calibri"/>
              </a:defRPr>
            </a:pPr>
            <a:r>
              <a:t>{{email_contatto}}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  <a:latin typeface="Calibri"/>
              </a:defRPr>
            </a:pPr>
            <a:r>
              <a:t>{{telefono_contatto}}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